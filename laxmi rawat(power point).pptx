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F9FD"/>
    <a:srgbClr val="7AD3F2"/>
    <a:srgbClr val="6ADEE4"/>
    <a:srgbClr val="797CE3"/>
    <a:srgbClr val="66D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48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19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28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86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836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979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71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993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41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02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12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0570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229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6136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787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61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89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118A0-83CF-4FC6-838F-6C6911E193B1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0B97AFC-8522-4296-9A28-0A91D8ECF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30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laxmi%20port%20folio/HYPERLINK%201.xls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laxmi%20port%20folio/pivot%20table%20port%20folio.xls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laxmi%20port%20folio/power%20query%202/final%20data.xlsx" TargetMode="External"/><Relationship Id="rId4" Type="http://schemas.openxmlformats.org/officeDocument/2006/relationships/hyperlink" Target="laxmi%20port%20folio/power%20query/final%20data.xlsx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hyperlink" Target="laxmi%20port%20folio/LAXMI%20RAWAT%20(PROJECT%202).pbix" TargetMode="External"/><Relationship Id="rId4" Type="http://schemas.openxmlformats.org/officeDocument/2006/relationships/hyperlink" Target="laxmi%20port%20folio/LAXMI%20RAWAT(PROJECT).pbi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0682F0-BC8C-124C-4B37-B79323DF3576}"/>
              </a:ext>
            </a:extLst>
          </p:cNvPr>
          <p:cNvSpPr/>
          <p:nvPr/>
        </p:nvSpPr>
        <p:spPr>
          <a:xfrm>
            <a:off x="3530008" y="884274"/>
            <a:ext cx="1818167" cy="41467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Hello,</a:t>
            </a:r>
            <a:endParaRPr lang="en-IN" sz="20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030392-FFF5-7B54-E464-4E3E4CC77CA9}"/>
              </a:ext>
            </a:extLst>
          </p:cNvPr>
          <p:cNvSpPr/>
          <p:nvPr/>
        </p:nvSpPr>
        <p:spPr>
          <a:xfrm>
            <a:off x="3649624" y="1319324"/>
            <a:ext cx="1472609" cy="41467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I’m</a:t>
            </a:r>
            <a:endParaRPr lang="en-IN" sz="2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EAF518-1D81-4C25-789F-084A501FA954}"/>
              </a:ext>
            </a:extLst>
          </p:cNvPr>
          <p:cNvSpPr/>
          <p:nvPr/>
        </p:nvSpPr>
        <p:spPr>
          <a:xfrm>
            <a:off x="3327991" y="1787154"/>
            <a:ext cx="4423144" cy="41467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LAXMI RAWAT</a:t>
            </a:r>
            <a:endParaRPr lang="en-IN" sz="36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DAA5A0D-06AC-B72D-C275-D1853DEE2F68}"/>
              </a:ext>
            </a:extLst>
          </p:cNvPr>
          <p:cNvCxnSpPr>
            <a:cxnSpLocks/>
          </p:cNvCxnSpPr>
          <p:nvPr/>
        </p:nvCxnSpPr>
        <p:spPr>
          <a:xfrm>
            <a:off x="4088216" y="2509284"/>
            <a:ext cx="307812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Stored Data 1">
            <a:extLst>
              <a:ext uri="{FF2B5EF4-FFF2-40B4-BE49-F238E27FC236}">
                <a16:creationId xmlns:a16="http://schemas.microsoft.com/office/drawing/2014/main" id="{C9FDB6AD-5F46-5DCC-9E9A-A1EAD352AF39}"/>
              </a:ext>
            </a:extLst>
          </p:cNvPr>
          <p:cNvSpPr/>
          <p:nvPr/>
        </p:nvSpPr>
        <p:spPr>
          <a:xfrm>
            <a:off x="308343" y="0"/>
            <a:ext cx="2562447" cy="6872176"/>
          </a:xfrm>
          <a:prstGeom prst="flowChartOnline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D8995-CE9E-1155-F45A-4377A4B3BAB7}"/>
              </a:ext>
            </a:extLst>
          </p:cNvPr>
          <p:cNvSpPr/>
          <p:nvPr/>
        </p:nvSpPr>
        <p:spPr>
          <a:xfrm>
            <a:off x="4088216" y="2763583"/>
            <a:ext cx="3407737" cy="18925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400" b="1" u="sng" dirty="0"/>
              <a:t>Education:-</a:t>
            </a:r>
            <a:r>
              <a:rPr lang="en-US" sz="1400" dirty="0"/>
              <a:t> Pursuing B.Com (Honours)</a:t>
            </a:r>
          </a:p>
          <a:p>
            <a:endParaRPr lang="en-US" sz="1400" dirty="0"/>
          </a:p>
          <a:p>
            <a:r>
              <a:rPr lang="en-US" sz="1400" b="1" u="sng" dirty="0"/>
              <a:t>College:-</a:t>
            </a:r>
            <a:r>
              <a:rPr lang="en-US" sz="1400" dirty="0"/>
              <a:t> Shriram Institute of Management and Technology</a:t>
            </a:r>
          </a:p>
          <a:p>
            <a:endParaRPr lang="en-US" sz="1400" dirty="0"/>
          </a:p>
          <a:p>
            <a:r>
              <a:rPr lang="en-US" sz="1400" b="1" u="sng" dirty="0"/>
              <a:t>Skills:- </a:t>
            </a:r>
            <a:r>
              <a:rPr lang="en-US" sz="1400" dirty="0"/>
              <a:t>Microsoft Excel, Power Query &amp; Power BI</a:t>
            </a:r>
            <a:endParaRPr lang="en-IN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43C8C2-F356-38AA-3DB8-93975124BF3F}"/>
              </a:ext>
            </a:extLst>
          </p:cNvPr>
          <p:cNvSpPr/>
          <p:nvPr/>
        </p:nvSpPr>
        <p:spPr>
          <a:xfrm>
            <a:off x="1136352" y="1091609"/>
            <a:ext cx="2562447" cy="397836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36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27F44B-122A-5001-160C-86A748C97115}"/>
              </a:ext>
            </a:extLst>
          </p:cNvPr>
          <p:cNvSpPr/>
          <p:nvPr/>
        </p:nvSpPr>
        <p:spPr>
          <a:xfrm>
            <a:off x="442561" y="441251"/>
            <a:ext cx="1956391" cy="457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ABOUT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BFAE01-6ECE-1F76-2CC8-8A2E753A135B}"/>
              </a:ext>
            </a:extLst>
          </p:cNvPr>
          <p:cNvSpPr/>
          <p:nvPr/>
        </p:nvSpPr>
        <p:spPr>
          <a:xfrm>
            <a:off x="1173126" y="1015872"/>
            <a:ext cx="1956391" cy="457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ME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940D7-5E96-FDDC-7DCC-8CC83F074EE5}"/>
              </a:ext>
            </a:extLst>
          </p:cNvPr>
          <p:cNvSpPr/>
          <p:nvPr/>
        </p:nvSpPr>
        <p:spPr>
          <a:xfrm>
            <a:off x="442561" y="1850991"/>
            <a:ext cx="8772939" cy="348655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9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My name is Laxmi Rawat. I completed my schooling from USR </a:t>
            </a:r>
            <a:r>
              <a:rPr lang="en-US" sz="2000" dirty="0" err="1">
                <a:solidFill>
                  <a:schemeClr val="tx1"/>
                </a:solidFill>
              </a:rPr>
              <a:t>Indu</a:t>
            </a:r>
            <a:r>
              <a:rPr lang="en-US" sz="2000" dirty="0">
                <a:solidFill>
                  <a:schemeClr val="tx1"/>
                </a:solidFill>
              </a:rPr>
              <a:t> Public School. Currently, I am pursuing </a:t>
            </a:r>
            <a:r>
              <a:rPr lang="en-US" sz="2000" dirty="0" err="1">
                <a:solidFill>
                  <a:schemeClr val="tx1"/>
                </a:solidFill>
              </a:rPr>
              <a:t>B.Com</a:t>
            </a:r>
            <a:r>
              <a:rPr lang="en-US" sz="2000" dirty="0">
                <a:solidFill>
                  <a:schemeClr val="tx1"/>
                </a:solidFill>
              </a:rPr>
              <a:t> (Honours) from Shriram Institute of Management and Technology.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To enhance my technical skill set, I have completed a Basic Computer Course and Tally from GIIT and a Data Analytics course from </a:t>
            </a:r>
            <a:r>
              <a:rPr lang="en-US" sz="2000" dirty="0" err="1">
                <a:solidFill>
                  <a:schemeClr val="tx1"/>
                </a:solidFill>
              </a:rPr>
              <a:t>Pixal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Skillz</a:t>
            </a:r>
            <a:r>
              <a:rPr lang="en-US" sz="2000" dirty="0">
                <a:solidFill>
                  <a:schemeClr val="tx1"/>
                </a:solidFill>
              </a:rPr>
              <a:t>. 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Beyond academics, my passion is Art and Craft, which reflects my strong attention to detail and creative perspective.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417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99E845-D896-9C60-166C-696A8E95E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4" y="1372196"/>
            <a:ext cx="6613870" cy="405040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FB2EFFA-C903-1563-AE5A-0481F99A2833}"/>
              </a:ext>
            </a:extLst>
          </p:cNvPr>
          <p:cNvSpPr/>
          <p:nvPr/>
        </p:nvSpPr>
        <p:spPr>
          <a:xfrm>
            <a:off x="467414" y="402385"/>
            <a:ext cx="3601730" cy="57580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solidFill>
                  <a:schemeClr val="tx1"/>
                </a:solidFill>
              </a:rPr>
              <a:t>Hyperlink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0EB8F-5AB5-EE85-23EE-D5FC18BB3D99}"/>
              </a:ext>
            </a:extLst>
          </p:cNvPr>
          <p:cNvSpPr txBox="1"/>
          <p:nvPr/>
        </p:nvSpPr>
        <p:spPr>
          <a:xfrm>
            <a:off x="7464055" y="1372196"/>
            <a:ext cx="3774559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>
                <a:solidFill>
                  <a:srgbClr val="002060"/>
                </a:solidFill>
              </a:rPr>
              <a:t>Project 1 : Employees Data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an employee management system using excel hyperlink.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Linked different excel sheets for easy navigation.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Made data access simple, fast, and user-friendly.</a:t>
            </a:r>
            <a:endParaRPr lang="en-IN" sz="1600" dirty="0"/>
          </a:p>
        </p:txBody>
      </p:sp>
      <p:sp>
        <p:nvSpPr>
          <p:cNvPr id="10" name="TextBox 9">
            <a:hlinkClick r:id="rId3" action="ppaction://hlinkfile"/>
            <a:extLst>
              <a:ext uri="{FF2B5EF4-FFF2-40B4-BE49-F238E27FC236}">
                <a16:creationId xmlns:a16="http://schemas.microsoft.com/office/drawing/2014/main" id="{DAD0EE43-605F-9889-9016-C42791BFB5DC}"/>
              </a:ext>
            </a:extLst>
          </p:cNvPr>
          <p:cNvSpPr txBox="1"/>
          <p:nvPr/>
        </p:nvSpPr>
        <p:spPr>
          <a:xfrm>
            <a:off x="7464055" y="4646428"/>
            <a:ext cx="3444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rgbClr val="002060"/>
                </a:solidFill>
              </a:rPr>
              <a:t>PROJECT LINK : VIEW PROJECT</a:t>
            </a:r>
            <a:endParaRPr lang="en-IN" sz="1600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309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59E751-CC02-17C9-83B6-25FFF2687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" y="1201480"/>
            <a:ext cx="7135282" cy="432745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3053D6-0028-A4A9-63CE-494526AFE587}"/>
              </a:ext>
            </a:extLst>
          </p:cNvPr>
          <p:cNvSpPr/>
          <p:nvPr/>
        </p:nvSpPr>
        <p:spPr>
          <a:xfrm>
            <a:off x="360671" y="361507"/>
            <a:ext cx="3601730" cy="5847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i="1" dirty="0">
                <a:solidFill>
                  <a:schemeClr val="tx1"/>
                </a:solidFill>
              </a:rPr>
              <a:t>Pivot Table Project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E3923A-205C-BCE5-DA96-BF5B8945C969}"/>
              </a:ext>
            </a:extLst>
          </p:cNvPr>
          <p:cNvSpPr/>
          <p:nvPr/>
        </p:nvSpPr>
        <p:spPr>
          <a:xfrm>
            <a:off x="7910623" y="1201480"/>
            <a:ext cx="3774557" cy="43274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i="1" u="sng" dirty="0">
                <a:solidFill>
                  <a:srgbClr val="002060"/>
                </a:solidFill>
              </a:rPr>
              <a:t>Project 1 : Sales Data Analysis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3 year of shop sales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Summarized sales by category and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pivot tables for easy data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b="1" i="1" u="sng" dirty="0">
                <a:solidFill>
                  <a:srgbClr val="002060"/>
                </a:solidFill>
              </a:rPr>
              <a:t>Project 2 : Employee Data Analysis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Organized employee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Summarized department wise employee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Compared employee information using pivot tables</a:t>
            </a:r>
            <a:endParaRPr lang="en-IN" sz="1600" dirty="0"/>
          </a:p>
        </p:txBody>
      </p:sp>
      <p:sp>
        <p:nvSpPr>
          <p:cNvPr id="7" name="TextBox 6">
            <a:hlinkClick r:id="rId3" action="ppaction://hlinkfile"/>
            <a:extLst>
              <a:ext uri="{FF2B5EF4-FFF2-40B4-BE49-F238E27FC236}">
                <a16:creationId xmlns:a16="http://schemas.microsoft.com/office/drawing/2014/main" id="{C93E55DE-0B7B-4409-BDC9-737C4A08F79D}"/>
              </a:ext>
            </a:extLst>
          </p:cNvPr>
          <p:cNvSpPr txBox="1"/>
          <p:nvPr/>
        </p:nvSpPr>
        <p:spPr>
          <a:xfrm>
            <a:off x="7910623" y="5656520"/>
            <a:ext cx="33386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rgbClr val="002060"/>
                </a:solidFill>
              </a:rPr>
              <a:t>PROJECT LINK : VIEW PROJECT</a:t>
            </a:r>
            <a:endParaRPr lang="en-IN" sz="1600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297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A4D51A-4AAA-854A-02F4-C16B0675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71" y="1170178"/>
            <a:ext cx="5443870" cy="32210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BECAE2-2B67-2FBC-FEBB-5F96F79C1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70177"/>
            <a:ext cx="5443869" cy="3221069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19D5386-D4C4-8623-DE20-2E7CECFA9ADB}"/>
              </a:ext>
            </a:extLst>
          </p:cNvPr>
          <p:cNvSpPr/>
          <p:nvPr/>
        </p:nvSpPr>
        <p:spPr>
          <a:xfrm>
            <a:off x="360671" y="382772"/>
            <a:ext cx="3601730" cy="5160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i="1" dirty="0">
                <a:solidFill>
                  <a:schemeClr val="tx1"/>
                </a:solidFill>
              </a:rPr>
              <a:t>Power Query Project - 1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3709D0-A0DD-8778-1B10-C5D7742A9E56}"/>
              </a:ext>
            </a:extLst>
          </p:cNvPr>
          <p:cNvSpPr/>
          <p:nvPr/>
        </p:nvSpPr>
        <p:spPr>
          <a:xfrm>
            <a:off x="6096000" y="382772"/>
            <a:ext cx="3601730" cy="5160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i="1" dirty="0">
                <a:solidFill>
                  <a:schemeClr val="tx1"/>
                </a:solidFill>
              </a:rPr>
              <a:t>Power Query Project - 2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7C26C-0531-3634-0102-502079185D0E}"/>
              </a:ext>
            </a:extLst>
          </p:cNvPr>
          <p:cNvSpPr txBox="1"/>
          <p:nvPr/>
        </p:nvSpPr>
        <p:spPr>
          <a:xfrm>
            <a:off x="360671" y="4518838"/>
            <a:ext cx="544387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2060"/>
                </a:solidFill>
              </a:rPr>
              <a:t>Project 1 : Textile Company Previous 3 Years Balance Sheet Data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Learned to automate repetitive data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Explored data cleaning and transformation.</a:t>
            </a: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5E0B6A-90B7-A0AB-251A-13CB293642A9}"/>
              </a:ext>
            </a:extLst>
          </p:cNvPr>
          <p:cNvSpPr txBox="1"/>
          <p:nvPr/>
        </p:nvSpPr>
        <p:spPr>
          <a:xfrm>
            <a:off x="6095999" y="4518838"/>
            <a:ext cx="5443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2060"/>
                </a:solidFill>
              </a:rPr>
              <a:t>Project 2 : Sales Performance of a Retail Shop for the last Three Years</a:t>
            </a:r>
          </a:p>
          <a:p>
            <a:endParaRPr lang="en-US" b="1" i="1" u="sng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3 years of shop sales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Evaluated sales performance and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Identified top performing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9" name="TextBox 8">
            <a:hlinkClick r:id="rId4" action="ppaction://hlinkfile"/>
            <a:extLst>
              <a:ext uri="{FF2B5EF4-FFF2-40B4-BE49-F238E27FC236}">
                <a16:creationId xmlns:a16="http://schemas.microsoft.com/office/drawing/2014/main" id="{07F2A1ED-6DBB-9DE5-B153-C8B7200B7D2F}"/>
              </a:ext>
            </a:extLst>
          </p:cNvPr>
          <p:cNvSpPr txBox="1"/>
          <p:nvPr/>
        </p:nvSpPr>
        <p:spPr>
          <a:xfrm>
            <a:off x="452611" y="6072834"/>
            <a:ext cx="3665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rgbClr val="002060"/>
                </a:solidFill>
              </a:rPr>
              <a:t>PROJECT LINK : VIEW PROJECT</a:t>
            </a:r>
            <a:endParaRPr lang="en-IN" sz="1600" b="1" i="1" u="sng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hlinkClick r:id="rId5" action="ppaction://hlinkfile"/>
            <a:extLst>
              <a:ext uri="{FF2B5EF4-FFF2-40B4-BE49-F238E27FC236}">
                <a16:creationId xmlns:a16="http://schemas.microsoft.com/office/drawing/2014/main" id="{841F7CDA-C027-7086-8E21-5E1C078E4B27}"/>
              </a:ext>
            </a:extLst>
          </p:cNvPr>
          <p:cNvSpPr txBox="1"/>
          <p:nvPr/>
        </p:nvSpPr>
        <p:spPr>
          <a:xfrm>
            <a:off x="6095999" y="6288553"/>
            <a:ext cx="36651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rgbClr val="002060"/>
                </a:solidFill>
              </a:rPr>
              <a:t>PROJECT LINK : VIEW PROJECT</a:t>
            </a:r>
            <a:endParaRPr lang="en-IN" sz="1600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6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B30E59-E429-F1A9-DAA7-8BFB92D91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16" y="1115282"/>
            <a:ext cx="5068397" cy="35949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3DE717-A00F-9041-4B32-5847A75B2AE4}"/>
              </a:ext>
            </a:extLst>
          </p:cNvPr>
          <p:cNvSpPr/>
          <p:nvPr/>
        </p:nvSpPr>
        <p:spPr>
          <a:xfrm>
            <a:off x="683817" y="303397"/>
            <a:ext cx="3601730" cy="51530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solidFill>
                  <a:schemeClr val="tx1"/>
                </a:solidFill>
              </a:rPr>
              <a:t>Power BI Project - 1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0044D-FE44-5284-9918-2DAF72B95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5282"/>
            <a:ext cx="5068397" cy="35949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122279-7988-D936-2ED2-F1EA0E2A292C}"/>
              </a:ext>
            </a:extLst>
          </p:cNvPr>
          <p:cNvSpPr/>
          <p:nvPr/>
        </p:nvSpPr>
        <p:spPr>
          <a:xfrm>
            <a:off x="6096000" y="303398"/>
            <a:ext cx="3601730" cy="51530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solidFill>
                  <a:schemeClr val="tx1"/>
                </a:solidFill>
              </a:rPr>
              <a:t>Power BI Project - 2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0F28E-6408-4E87-E114-7340968F5B0B}"/>
              </a:ext>
            </a:extLst>
          </p:cNvPr>
          <p:cNvSpPr txBox="1"/>
          <p:nvPr/>
        </p:nvSpPr>
        <p:spPr>
          <a:xfrm>
            <a:off x="683817" y="4848446"/>
            <a:ext cx="506839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2060"/>
                </a:solidFill>
              </a:rPr>
              <a:t>Project 1 : E- commerce sales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e-commerce sales and business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Visualized sales, profit and product trends using charts.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13F4F-63FF-B8D2-8F5D-D35211F32A85}"/>
              </a:ext>
            </a:extLst>
          </p:cNvPr>
          <p:cNvSpPr txBox="1"/>
          <p:nvPr/>
        </p:nvSpPr>
        <p:spPr>
          <a:xfrm>
            <a:off x="6096001" y="4848446"/>
            <a:ext cx="506839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>
                <a:solidFill>
                  <a:srgbClr val="002060"/>
                </a:solidFill>
              </a:rPr>
              <a:t>Project 2 : Employees Attribution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Analyzed employee attribution and workforce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charts and cards to identify employee turnover.</a:t>
            </a:r>
            <a:endParaRPr lang="en-IN" sz="1600" dirty="0"/>
          </a:p>
        </p:txBody>
      </p:sp>
      <p:sp>
        <p:nvSpPr>
          <p:cNvPr id="8" name="TextBox 7">
            <a:hlinkClick r:id="rId4" action="ppaction://hlinkfile"/>
            <a:extLst>
              <a:ext uri="{FF2B5EF4-FFF2-40B4-BE49-F238E27FC236}">
                <a16:creationId xmlns:a16="http://schemas.microsoft.com/office/drawing/2014/main" id="{E7FB6D24-7162-9C78-DF20-E22D8207CAE5}"/>
              </a:ext>
            </a:extLst>
          </p:cNvPr>
          <p:cNvSpPr txBox="1"/>
          <p:nvPr/>
        </p:nvSpPr>
        <p:spPr>
          <a:xfrm>
            <a:off x="683816" y="6330412"/>
            <a:ext cx="412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rgbClr val="002060"/>
                </a:solidFill>
              </a:rPr>
              <a:t>PROJECT LINK : VIEW PROJECT</a:t>
            </a:r>
            <a:endParaRPr lang="en-IN" sz="1600" b="1" i="1" u="sng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hlinkClick r:id="rId5" action="ppaction://hlinkfile"/>
            <a:extLst>
              <a:ext uri="{FF2B5EF4-FFF2-40B4-BE49-F238E27FC236}">
                <a16:creationId xmlns:a16="http://schemas.microsoft.com/office/drawing/2014/main" id="{9F0A31AF-F5FF-12D7-427A-E573F9ADD59B}"/>
              </a:ext>
            </a:extLst>
          </p:cNvPr>
          <p:cNvSpPr txBox="1"/>
          <p:nvPr/>
        </p:nvSpPr>
        <p:spPr>
          <a:xfrm>
            <a:off x="6096000" y="6330412"/>
            <a:ext cx="412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>
                <a:solidFill>
                  <a:srgbClr val="002060"/>
                </a:solidFill>
              </a:rPr>
              <a:t>PROJECT LINK : VIEW PROJECT</a:t>
            </a:r>
            <a:endParaRPr lang="en-IN" sz="1600" b="1" i="1" u="sng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3697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137</TotalTime>
  <Words>357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</dc:creator>
  <cp:lastModifiedBy>Hi</cp:lastModifiedBy>
  <cp:revision>9</cp:revision>
  <dcterms:created xsi:type="dcterms:W3CDTF">2026-10-15T10:18:03Z</dcterms:created>
  <dcterms:modified xsi:type="dcterms:W3CDTF">2026-10-24T09:35:53Z</dcterms:modified>
</cp:coreProperties>
</file>